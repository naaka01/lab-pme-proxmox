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2860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LABPME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461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d'entreprise virtualisée sur Proxmox VE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94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  •  GPO  •  Samba / LDAP mixte  •  OPNsense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portfolio technique — préparation Ausbildung Fachinformatiker Systemintegration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du projet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6187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Simuler une infrastructure de PME complète pour démontrer des compétences transverses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82296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Combler un angle mort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120640" y="1965960"/>
            <a:ext cx="6492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expérience préalable démontrée sur Windows Server / Active Directory dans le portfolio existant.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82296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301752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mixte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3017520"/>
            <a:ext cx="6492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authentification croisée Windows (AD/Kerberos) et Linux (Samba/SSSD) — rarement démontré chez les candidats juniors.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82296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406908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réseau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0" y="4069080"/>
            <a:ext cx="6492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en place un firewall applicatif (OPNsense) avec filtrage réel entre postes, pas juste du routage.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166360"/>
            <a:ext cx="82296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512064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de portfolio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5120640"/>
            <a:ext cx="6492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Réutiliser les compétences Ansible/virtualisation déjà démontrées dans les labs CML existants.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LABPME — Infrastructure PME virtualisée sur Proxmox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Topologie du lab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6187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machines virtuelles imbriquées dans une VM Proxmox hébergée sur libvirt/KVM (RHEL)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Hôte RHEL (Cockpit / libvirt-KVM) — réseau NAT virbr0 : 192.168.122.0/24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68680" y="2423160"/>
            <a:ext cx="10424160" cy="3429000"/>
          </a:xfrm>
          <a:prstGeom prst="roundRect">
            <a:avLst>
              <a:gd name="adj" fmla="val 2133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254203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Proxmox VE (nested virtualization)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2971800"/>
            <a:ext cx="3200400" cy="777240"/>
          </a:xfrm>
          <a:prstGeom prst="roundRect">
            <a:avLst>
              <a:gd name="adj" fmla="val 7059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3035808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OPNsense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WAN: vmbr0 (192.168.122.x)  →  LAN: vmbr1 (10.10.10.1)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80760" y="3749040"/>
            <a:ext cx="0" cy="914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80760" y="3520440"/>
            <a:ext cx="0" cy="22860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20340" y="3749040"/>
            <a:ext cx="6858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65860" y="4160520"/>
            <a:ext cx="3108960" cy="1463040"/>
          </a:xfrm>
          <a:prstGeom prst="roundRect">
            <a:avLst>
              <a:gd name="adj" fmla="val 3750"/>
            </a:avLst>
          </a:prstGeom>
          <a:solidFill>
            <a:srgbClr val="1D4ED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57300" y="425196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 2022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DC / DNS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10.10.10.10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20340" y="3749040"/>
            <a:ext cx="0" cy="41148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94860" y="4160520"/>
            <a:ext cx="3108960" cy="1463040"/>
          </a:xfrm>
          <a:prstGeom prst="roundRect">
            <a:avLst>
              <a:gd name="adj" fmla="val 3750"/>
            </a:avLst>
          </a:prstGeom>
          <a:solidFill>
            <a:srgbClr val="0EA5E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686300" y="425196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+ GPO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10.10.10.20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49340" y="3749040"/>
            <a:ext cx="0" cy="41148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23860" y="4160520"/>
            <a:ext cx="3108960" cy="1463040"/>
          </a:xfrm>
          <a:prstGeom prst="roundRect">
            <a:avLst>
              <a:gd name="adj" fmla="val 3750"/>
            </a:avLst>
          </a:prstGeom>
          <a:solidFill>
            <a:srgbClr val="05966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115300" y="425196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Server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Samba / SSSD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10.10.10.30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578340" y="3749040"/>
            <a:ext cx="0" cy="41148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LABPME — Infrastructure PME virtualisée sur Proxmox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BRIQUE 1 — FONDATIONS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Virtualisation Proxmox VE imbriquée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6187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nested sur libvirt/KVM, stockage LVM-thin étendu à chaud</a:t>
            </a:r>
            <a:endParaRPr lang="en-US" sz="1400" dirty="0"/>
          </a:p>
        </p:txBody>
      </p:sp>
      <p:pic>
        <p:nvPicPr>
          <p:cNvPr id="5" name="Image 0" descr="/home/claude/pptx_assets/01_lvm_stor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920240"/>
            <a:ext cx="6675120" cy="4343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52360" y="2093976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80960" y="201168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KVM activé sur l'hôte RHEL (VT-x/AMD-V imbriqué)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452360" y="3054096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297180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NAT (virbr0) pour contourner le filtrage MAC du routeur domestique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452360" y="4014216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680960" y="393192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LVM-thin étendu à chaud : 75 Go → 191 Go via un second disque virtio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452360" y="4974336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680960" y="489204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vmbr0 et vmbr1 configurés en mode VLAN aware pour la segmentation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LABPME — Infrastructure PME virtualisée sur Proxmox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BRIQUE 2 — ANNUAIRE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Contrôleur de domaine Active Directory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6187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 2022 Standard — domaine labpme.local</a:t>
            </a:r>
            <a:endParaRPr lang="en-US" sz="1400" dirty="0"/>
          </a:p>
        </p:txBody>
      </p:sp>
      <p:pic>
        <p:nvPicPr>
          <p:cNvPr id="5" name="Image 0" descr="/home/claude/pptx_assets/02_addoma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920240"/>
            <a:ext cx="6309360" cy="4343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086600" y="1920240"/>
            <a:ext cx="4526280" cy="1965960"/>
          </a:xfrm>
          <a:prstGeom prst="roundRect">
            <a:avLst>
              <a:gd name="adj" fmla="val 2791"/>
            </a:avLst>
          </a:prstGeom>
          <a:solidFill>
            <a:srgbClr val="F8FAF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0" y="20574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Get-ADDomain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315200" y="242316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: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labpme.local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NetBIOS :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LABPME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: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Windows2016Domain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intégré :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opérationnel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086600" y="416052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techniques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086600" y="452628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Installation Server Core par erreur → gestion complète en PowerShell (Install-ADDSForest)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086600" y="5093208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IP statique + DNS auto-référencé requis avant la promotion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086600" y="5660136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Drivers VirtIO (stockage + réseau) injectés manuellement pendant l'installation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LABPME — Infrastructure PME virtualisée sur Proxmox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BRIQUE 2 — ANNUAIRE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 client joint au domaine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6187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 — authentification et structure d'unités organisationnelles</a:t>
            </a:r>
            <a:endParaRPr lang="en-US" sz="1400" dirty="0"/>
          </a:p>
        </p:txBody>
      </p:sp>
      <p:pic>
        <p:nvPicPr>
          <p:cNvPr id="5" name="Image 0" descr="/home/claude/pptx_assets/04_client_domain_jo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920240"/>
            <a:ext cx="5486400" cy="4343400"/>
          </a:xfrm>
          <a:prstGeom prst="rect">
            <a:avLst/>
          </a:prstGeom>
        </p:spPr>
      </p:pic>
      <p:pic>
        <p:nvPicPr>
          <p:cNvPr id="6" name="Image 1" descr="/home/claude/pptx_assets/05_adcomputer_lis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63640" y="1920240"/>
            <a:ext cx="5349240" cy="43434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6263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Get-ComputerInfo confirme CsDomain: labpme.local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6263640" y="626364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Get-ADComputer -Filter * : DC + poste client visibles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LABPME — Infrastructure PME virtualisée sur Proxmox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BRIQUE 3 — GESTION CENTRALISÉE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Stratégies de groupe (GPO)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6187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avant / après — imposition d'un fond d'écran via OU_IT</a:t>
            </a:r>
            <a:endParaRPr lang="en-US" sz="1400" dirty="0"/>
          </a:p>
        </p:txBody>
      </p:sp>
      <p:pic>
        <p:nvPicPr>
          <p:cNvPr id="5" name="Image 0" descr="/home/claude/pptx_assets/06_wallpaper_befo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965960"/>
            <a:ext cx="5349240" cy="3017520"/>
          </a:xfrm>
          <a:prstGeom prst="rect">
            <a:avLst/>
          </a:prstGeom>
        </p:spPr>
      </p:pic>
      <p:pic>
        <p:nvPicPr>
          <p:cNvPr id="6" name="Image 1" descr="/home/claude/pptx_assets/07_wallpaper_aft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63640" y="1965960"/>
            <a:ext cx="5349240" cy="30175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507492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— fond d'écran par défaut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6263640" y="507492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— GPO_FondEcran1 appliquée (gpupdate /force + relogon)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Validé via gpresult /r — l'utilisateur ne peut plus modifier le fond d'écran manuellement.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LABPME — Infrastructure PME virtualisée sur Proxmox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BRIQUE 3 — GESTION CENTRALISÉE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Restrictions utilisateur standard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6187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stratégies liées à OU_IT, appliquées à un compte non-administrateur</a:t>
            </a:r>
            <a:endParaRPr lang="en-US" sz="1400" dirty="0"/>
          </a:p>
        </p:txBody>
      </p:sp>
      <p:pic>
        <p:nvPicPr>
          <p:cNvPr id="5" name="Image 0" descr="/home/claude/pptx_assets/08_cmd_block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920240"/>
            <a:ext cx="5943600" cy="4343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766560" y="2011680"/>
            <a:ext cx="4846320" cy="841248"/>
          </a:xfrm>
          <a:prstGeom prst="roundRect">
            <a:avLst>
              <a:gd name="adj" fmla="val 5435"/>
            </a:avLst>
          </a:prstGeom>
          <a:solidFill>
            <a:srgbClr val="F8FAF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949440" y="2084832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GPO_FondEcran1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949440" y="2395728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Papier peint imposé, non modifiable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766560" y="3017520"/>
            <a:ext cx="4846320" cy="841248"/>
          </a:xfrm>
          <a:prstGeom prst="roundRect">
            <a:avLst>
              <a:gd name="adj" fmla="val 5435"/>
            </a:avLst>
          </a:prstGeom>
          <a:solidFill>
            <a:srgbClr val="F8FAF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949440" y="3090672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GPO_CMDrestriction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949440" y="3401568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de commandes désactivée (cmd.exe)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766560" y="4023360"/>
            <a:ext cx="4846320" cy="841248"/>
          </a:xfrm>
          <a:prstGeom prst="roundRect">
            <a:avLst>
              <a:gd name="adj" fmla="val 5435"/>
            </a:avLst>
          </a:prstGeom>
          <a:solidFill>
            <a:srgbClr val="F8FAF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949440" y="4096512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GPO_ConPannel_restriction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949440" y="4407408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au Panneau de configuration bloqué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766560" y="5029200"/>
            <a:ext cx="4846320" cy="841248"/>
          </a:xfrm>
          <a:prstGeom prst="roundRect">
            <a:avLst>
              <a:gd name="adj" fmla="val 5435"/>
            </a:avLst>
          </a:prstGeom>
          <a:solidFill>
            <a:srgbClr val="F8FAF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949440" y="5102352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GPO_inactivity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6949440" y="5413248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Verrouillage automatique après inactivité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1722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affiché à test.user lors d'une tentative d'ouverture de cmd.exe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LABPME — Infrastructure PME virtualisée sur Proxmox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BRIQUE 4 — ENVIRONNEMENT MIXTE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Samba intégré à Active Directory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6187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de fichiers Ubuntu authentifiant via Kerberos / SSSD / Winbind</a:t>
            </a:r>
            <a:endParaRPr lang="en-US" sz="1400" dirty="0"/>
          </a:p>
        </p:txBody>
      </p:sp>
      <p:pic>
        <p:nvPicPr>
          <p:cNvPr id="5" name="Image 0" descr="/home/claude/pptx_assets/09_realm_discov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920240"/>
            <a:ext cx="5486400" cy="3063240"/>
          </a:xfrm>
          <a:prstGeom prst="rect">
            <a:avLst/>
          </a:prstGeom>
        </p:spPr>
      </p:pic>
      <p:pic>
        <p:nvPicPr>
          <p:cNvPr id="6" name="Image 1" descr="/home/claude/pptx_assets/10_smbconf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63640" y="1920240"/>
            <a:ext cx="5349240" cy="30632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5029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realm discover labpme.local — détection du domaine via DNS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6263640" y="502920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/etc/samba/smb.conf — security = ads, partage Shared-IT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48640" y="5440680"/>
            <a:ext cx="11064240" cy="86868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777240" y="553212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d'authentification : realmd + adcli (découverte/jonction) → SSSD (résolution d'identité) → Winbind (validation des mots de passe côté Samba). Les comptes AD (test.user) sont utilisables nativement côté Linux, sans compte Samba local séparé.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LABPME — Infrastructure PME virtualisée sur Proxmox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BRIQUE 4 — ENVIRONNEMENT MIXTE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unifié au partage réseau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6187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Mappage automatique du lecteur Z: par GPO, authentification transparente</a:t>
            </a:r>
            <a:endParaRPr lang="en-US" sz="1400" dirty="0"/>
          </a:p>
        </p:txBody>
      </p:sp>
      <p:pic>
        <p:nvPicPr>
          <p:cNvPr id="5" name="Image 0" descr="/home/claude/pptx_assets/11_drive_mapp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377440" y="1920240"/>
            <a:ext cx="7406640" cy="4206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Lecteur Z:\ (Shared-IT) monté automatiquement pour test.user via GPO_MAPPAGE — authentification AD de bout en bout, sans compte Samba distinct.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LABPME — Infrastructure PME virtualisée sur Proxmox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BRIQUE 5 — SÉCURITÉ RÉSEAU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réseau avec OPNsense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6187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complète des VMs vers un LAN isolé (10.10.10.0/24) derrière le firewall</a:t>
            </a:r>
            <a:endParaRPr lang="en-US" sz="1400" dirty="0"/>
          </a:p>
        </p:txBody>
      </p:sp>
      <p:pic>
        <p:nvPicPr>
          <p:cNvPr id="5" name="Image 0" descr="/home/claude/pptx_assets/12_opnsense_interfac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920240"/>
            <a:ext cx="6766560" cy="4343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89520" y="2103120"/>
            <a:ext cx="1005840" cy="457200"/>
          </a:xfrm>
          <a:prstGeom prst="roundRect">
            <a:avLst>
              <a:gd name="adj" fmla="val 10000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589520" y="21031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732520" y="2103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vmbr0 → 192.168.122.0/24 (sortie Internet via NAT hôte)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589520" y="2788920"/>
            <a:ext cx="1005840" cy="457200"/>
          </a:xfrm>
          <a:prstGeom prst="roundRect">
            <a:avLst>
              <a:gd name="adj" fmla="val 10000"/>
            </a:avLst>
          </a:prstGeom>
          <a:solidFill>
            <a:srgbClr val="1B2A4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589520" y="27889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732520" y="2788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vmbr1 → 10.10.10.0/24 (AD DC, client, Samba)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589520" y="3474720"/>
            <a:ext cx="1005840" cy="457200"/>
          </a:xfrm>
          <a:prstGeom prst="roundRect">
            <a:avLst>
              <a:gd name="adj" fmla="val 10000"/>
            </a:avLst>
          </a:prstGeom>
          <a:solidFill>
            <a:srgbClr val="1B2A4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589520" y="34747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Routage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732520" y="34747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Connectivité Internet validée bout en bout à travers le firewall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7589520" y="429768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 technique résolu : carte réseau émulée en e1000 non fonctionnelle sous virtualisation imbriquée → remplacée par VirtIO (driver déjà installé).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LABPME — Infrastructure PME virtualisée sur Proxmox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BRIQUE 5 — SÉCURITÉ RÉSEAU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ciblé démontré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6187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bloquant le port 443 pour la VM Samba uniquement — reste du réseau non affecté</a:t>
            </a:r>
            <a:endParaRPr lang="en-US" sz="1400" dirty="0"/>
          </a:p>
        </p:txBody>
      </p:sp>
      <p:pic>
        <p:nvPicPr>
          <p:cNvPr id="5" name="Image 0" descr="/home/claude/pptx_assets/13_firewall_ru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920240"/>
            <a:ext cx="5394960" cy="4343400"/>
          </a:xfrm>
          <a:prstGeom prst="rect">
            <a:avLst/>
          </a:prstGeom>
        </p:spPr>
      </p:pic>
      <p:pic>
        <p:nvPicPr>
          <p:cNvPr id="6" name="Image 1" descr="/home/claude/pptx_assets/14_curl_tes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72200" y="1920240"/>
            <a:ext cx="5440680" cy="43434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63093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OPNsense : Block, Source = Samba_server (10.10.10.30), Destination Port = HTTPS (443)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6172200" y="6309360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: ping 8.8.8.8 OK  |  Samba : HTTPS bloqué (timeout) mais HTTP/ping toujours actifs</a:t>
            </a:r>
            <a:endParaRPr lang="en-US" sz="95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LABPME — Infrastructure PME virtualisée sur Proxmox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démontrées à travers ce lab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4297680"/>
          </a:xfrm>
          <a:prstGeom prst="roundRect">
            <a:avLst>
              <a:gd name="adj" fmla="val 2069"/>
            </a:avLst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874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Virtualisation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1460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Proxmox VE imbriqué (libvirt/KVM)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7472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Stockage LVM-thin, extension à chaud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4348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Snapshots, gestion réseau VLAN-aware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29000" y="1691640"/>
            <a:ext cx="2651760" cy="4297680"/>
          </a:xfrm>
          <a:prstGeom prst="roundRect">
            <a:avLst>
              <a:gd name="adj" fmla="val 2069"/>
            </a:avLst>
          </a:prstGeom>
          <a:solidFill>
            <a:srgbClr val="1E3A5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11880" y="1874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 / AD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51460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Promotion AD DS en CLI (Server Core)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347472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GPO : restrictions, mappage réseau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44348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DNS intégré, gestion multi-domaine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09360" y="1691640"/>
            <a:ext cx="2651760" cy="4297680"/>
          </a:xfrm>
          <a:prstGeom prst="roundRect">
            <a:avLst>
              <a:gd name="adj" fmla="val 2069"/>
            </a:avLst>
          </a:prstGeom>
          <a:solidFill>
            <a:srgbClr val="1E3A5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92240" y="1874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mixte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51460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Samba + Kerberos + SSSD + Winbind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47472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Authentification AD croisée Linux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4348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Dépannage systématique (logs, wbinfo)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89720" y="1691640"/>
            <a:ext cx="2651760" cy="4297680"/>
          </a:xfrm>
          <a:prstGeom prst="roundRect">
            <a:avLst>
              <a:gd name="adj" fmla="val 2069"/>
            </a:avLst>
          </a:prstGeom>
          <a:solidFill>
            <a:srgbClr val="1E3A5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372600" y="1874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réseau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372600" y="251460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Segmentation LAN/WAN avec OPNsense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9372600" y="347472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Règles de filtrage ciblées et testées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9372600" y="44348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Diagnostic réseau (routage, NAT, DNS)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LABPME — Infrastructure PME virtualisée sur Proxmox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2026-09-06T09:28:14Z</dcterms:created>
  <dcterms:modified xsi:type="dcterms:W3CDTF">2026-09-06T09:28:14Z</dcterms:modified>
</cp:coreProperties>
</file>